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8502" y="274320"/>
            <a:ext cx="7266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rPr sz="5400" dirty="0"/>
              <a:t>Nutrition Assistant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5985" y="1828800"/>
            <a:ext cx="4989636" cy="30162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3200" dirty="0"/>
              <a:t>MER</a:t>
            </a:r>
            <a:r>
              <a:rPr lang="en-IN" sz="3200" dirty="0"/>
              <a:t>N Stack</a:t>
            </a:r>
            <a:r>
              <a:rPr sz="3200" dirty="0"/>
              <a:t> Project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2400" dirty="0"/>
              <a:t>Team Members</a:t>
            </a:r>
            <a:r>
              <a:rPr lang="en-IN" sz="2400" dirty="0"/>
              <a:t>:</a:t>
            </a:r>
            <a:endParaRPr sz="2400" dirty="0"/>
          </a:p>
          <a:p>
            <a:pPr>
              <a:defRPr sz="2200"/>
            </a:pPr>
            <a:r>
              <a:rPr lang="en-IN" dirty="0"/>
              <a:t>            </a:t>
            </a:r>
            <a:r>
              <a:rPr dirty="0"/>
              <a:t>• </a:t>
            </a:r>
            <a:r>
              <a:rPr dirty="0" err="1"/>
              <a:t>Bhogireddy</a:t>
            </a:r>
            <a:r>
              <a:rPr dirty="0"/>
              <a:t> Tejasri Sai Vaishnavi</a:t>
            </a:r>
          </a:p>
          <a:p>
            <a:pPr>
              <a:defRPr sz="2200"/>
            </a:pPr>
            <a:r>
              <a:rPr lang="en-IN" dirty="0"/>
              <a:t>            </a:t>
            </a:r>
            <a:r>
              <a:rPr dirty="0"/>
              <a:t>• Konkey Bindhu Vasanthi</a:t>
            </a:r>
          </a:p>
          <a:p>
            <a:pPr>
              <a:defRPr sz="2200"/>
            </a:pPr>
            <a:r>
              <a:rPr lang="en-IN" dirty="0"/>
              <a:t>            </a:t>
            </a:r>
            <a:r>
              <a:rPr dirty="0"/>
              <a:t>• </a:t>
            </a:r>
            <a:r>
              <a:rPr dirty="0" err="1"/>
              <a:t>Mandapati</a:t>
            </a:r>
            <a:r>
              <a:rPr dirty="0"/>
              <a:t> Venkata Yamini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2400" dirty="0"/>
              <a:t>SRKR Engineering College</a:t>
            </a:r>
            <a:r>
              <a:rPr lang="en-IN" sz="2400" dirty="0"/>
              <a:t>,</a:t>
            </a:r>
            <a:r>
              <a:rPr lang="en-IN" sz="2400" dirty="0" err="1"/>
              <a:t>bhimavaram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0010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Empathy</a:t>
            </a:r>
            <a:r>
              <a:rPr lang="en-IN" sz="3600" dirty="0"/>
              <a:t>:</a:t>
            </a:r>
            <a:endParaRPr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70510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lang="en-IN" dirty="0"/>
              <a:t> </a:t>
            </a:r>
          </a:p>
          <a:p>
            <a:pPr>
              <a:defRPr sz="2200"/>
            </a:pPr>
            <a:r>
              <a:rPr lang="en-IN" dirty="0"/>
              <a:t>               </a:t>
            </a:r>
            <a:r>
              <a:rPr dirty="0"/>
              <a:t>• Users struggle to monitor nutrition daily.</a:t>
            </a:r>
          </a:p>
          <a:p>
            <a:pPr>
              <a:defRPr sz="2200"/>
            </a:pPr>
            <a:r>
              <a:rPr lang="en-IN" dirty="0"/>
              <a:t>               </a:t>
            </a:r>
            <a:r>
              <a:rPr dirty="0"/>
              <a:t>• Manual tracking is time-consuming.</a:t>
            </a:r>
          </a:p>
          <a:p>
            <a:pPr>
              <a:defRPr sz="2200"/>
            </a:pPr>
            <a:r>
              <a:rPr lang="en-IN" dirty="0"/>
              <a:t>               </a:t>
            </a:r>
            <a:r>
              <a:rPr dirty="0"/>
              <a:t>• Need one app for meals, BMI, water and goals.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4175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Define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3887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sz="2800" dirty="0"/>
              <a:t>Problem:</a:t>
            </a:r>
          </a:p>
          <a:p>
            <a:pPr>
              <a:defRPr sz="2200"/>
            </a:pPr>
            <a:r>
              <a:rPr dirty="0"/>
              <a:t>Develop a MERN Stack Nutrition Assistant that tracks meals, calories, water intake and provides BMI-based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70131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Brainstorming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729017" cy="3323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endParaRPr lang="en-IN" sz="2400" dirty="0"/>
          </a:p>
          <a:p>
            <a:pPr>
              <a:defRPr sz="2200"/>
            </a:pPr>
            <a:r>
              <a:rPr sz="3200" dirty="0"/>
              <a:t>Ideas Finalized:</a:t>
            </a:r>
            <a:endParaRPr lang="en-IN" sz="3200" dirty="0"/>
          </a:p>
          <a:p>
            <a:pPr>
              <a:defRPr sz="2200"/>
            </a:pPr>
            <a:r>
              <a:rPr lang="en-US" dirty="0"/>
              <a:t>  • Authentication</a:t>
            </a:r>
          </a:p>
          <a:p>
            <a:pPr>
              <a:defRPr sz="2200"/>
            </a:pPr>
            <a:r>
              <a:rPr lang="en-US" dirty="0"/>
              <a:t>  • Dashboard</a:t>
            </a:r>
          </a:p>
          <a:p>
            <a:pPr>
              <a:defRPr sz="2200"/>
            </a:pPr>
            <a:r>
              <a:rPr lang="en-US" dirty="0"/>
              <a:t>  • Meal Tracker</a:t>
            </a:r>
          </a:p>
          <a:p>
            <a:pPr>
              <a:defRPr sz="2200"/>
            </a:pPr>
            <a:r>
              <a:rPr lang="en-US" dirty="0"/>
              <a:t>  • Water Tracker</a:t>
            </a:r>
          </a:p>
          <a:p>
            <a:pPr>
              <a:defRPr sz="2200"/>
            </a:pPr>
            <a:r>
              <a:rPr lang="en-US" dirty="0"/>
              <a:t>  • BMI Calculator</a:t>
            </a:r>
          </a:p>
          <a:p>
            <a:pPr>
              <a:defRPr sz="2200"/>
            </a:pPr>
            <a:r>
              <a:rPr lang="en-US" dirty="0"/>
              <a:t>  • Goal Management</a:t>
            </a:r>
          </a:p>
          <a:p>
            <a:pPr>
              <a:defRPr sz="2200"/>
            </a:pPr>
            <a:r>
              <a:rPr lang="en-IN" dirty="0"/>
              <a:t>  </a:t>
            </a:r>
            <a:r>
              <a:rPr dirty="0"/>
              <a:t>• Recipe Suggestions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0014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Prototype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Frontend: React + CSS</a:t>
            </a:r>
          </a:p>
          <a:p>
            <a:pPr>
              <a:defRPr sz="2200"/>
            </a:pPr>
            <a:r>
              <a:rPr dirty="0"/>
              <a:t>Backend: Node.js + Express</a:t>
            </a:r>
          </a:p>
          <a:p>
            <a:pPr>
              <a:defRPr sz="2200"/>
            </a:pPr>
            <a:r>
              <a:rPr dirty="0"/>
              <a:t>Database: MongoDB</a:t>
            </a:r>
          </a:p>
          <a:p>
            <a:pPr>
              <a:defRPr sz="2200"/>
            </a:pPr>
            <a:r>
              <a:rPr dirty="0"/>
              <a:t>Authentication: JWT</a:t>
            </a:r>
          </a:p>
          <a:p>
            <a:pPr>
              <a:defRPr sz="2200"/>
            </a:pPr>
            <a:r>
              <a:rPr dirty="0"/>
              <a:t>Version Control: Git &amp;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39097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Architecture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dirty="0"/>
              <a:t>User</a:t>
            </a:r>
          </a:p>
          <a:p>
            <a:pPr>
              <a:defRPr sz="2200"/>
            </a:pPr>
            <a:r>
              <a:rPr dirty="0"/>
              <a:t>↓</a:t>
            </a:r>
          </a:p>
          <a:p>
            <a:pPr>
              <a:defRPr sz="2200"/>
            </a:pPr>
            <a:r>
              <a:rPr dirty="0"/>
              <a:t>React Frontend</a:t>
            </a:r>
          </a:p>
          <a:p>
            <a:pPr>
              <a:defRPr sz="2200"/>
            </a:pPr>
            <a:r>
              <a:rPr dirty="0"/>
              <a:t>↓ REST APIs ↓</a:t>
            </a:r>
          </a:p>
          <a:p>
            <a:pPr>
              <a:defRPr sz="2200"/>
            </a:pPr>
            <a:r>
              <a:rPr dirty="0"/>
              <a:t>Express + Node.js</a:t>
            </a:r>
          </a:p>
          <a:p>
            <a:pPr>
              <a:defRPr sz="2200"/>
            </a:pPr>
            <a:r>
              <a:rPr dirty="0"/>
              <a:t>↓</a:t>
            </a:r>
          </a:p>
          <a:p>
            <a:pPr>
              <a:defRPr sz="2200"/>
            </a:pPr>
            <a:r>
              <a:rPr dirty="0"/>
              <a:t>MongoDB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1" y="1097280"/>
            <a:ext cx="3496350" cy="41148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 User</a:t>
            </a:r>
          </a:p>
          <a:p>
            <a:pPr algn="ctr"/>
            <a:r>
              <a:rPr lang="en-IN"/>
              <a:t>          │</a:t>
            </a:r>
          </a:p>
          <a:p>
            <a:pPr algn="ctr"/>
            <a:r>
              <a:rPr lang="en-IN"/>
              <a:t>          ▼</a:t>
            </a:r>
          </a:p>
          <a:p>
            <a:pPr algn="ctr"/>
            <a:r>
              <a:rPr lang="en-IN"/>
              <a:t>     ⚛️ React</a:t>
            </a:r>
          </a:p>
          <a:p>
            <a:pPr algn="ctr"/>
            <a:r>
              <a:rPr lang="en-IN"/>
              <a:t>          │</a:t>
            </a:r>
          </a:p>
          <a:p>
            <a:pPr algn="ctr"/>
            <a:r>
              <a:rPr lang="en-IN"/>
              <a:t>      REST API</a:t>
            </a:r>
          </a:p>
          <a:p>
            <a:pPr algn="ctr"/>
            <a:r>
              <a:rPr lang="en-IN"/>
              <a:t>          │</a:t>
            </a:r>
          </a:p>
          <a:p>
            <a:pPr algn="ctr"/>
            <a:r>
              <a:rPr lang="en-IN"/>
              <a:t>          ▼</a:t>
            </a:r>
          </a:p>
          <a:p>
            <a:pPr algn="ctr"/>
            <a:r>
              <a:rPr lang="en-IN"/>
              <a:t> 🟢 Node.js + 🚂 Express</a:t>
            </a:r>
          </a:p>
          <a:p>
            <a:pPr algn="ctr"/>
            <a:r>
              <a:rPr lang="en-IN"/>
              <a:t>          │</a:t>
            </a:r>
          </a:p>
          <a:p>
            <a:pPr algn="ctr"/>
            <a:r>
              <a:rPr lang="en-IN"/>
              <a:t>          ▼</a:t>
            </a:r>
          </a:p>
          <a:p>
            <a:pPr algn="ctr"/>
            <a:r>
              <a:rPr lang="en-IN"/>
              <a:t>      🍃 MongoDB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78927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Modules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Authentication</a:t>
            </a:r>
          </a:p>
          <a:p>
            <a:pPr>
              <a:defRPr sz="2200"/>
            </a:pPr>
            <a:r>
              <a:t>Dashboard</a:t>
            </a:r>
          </a:p>
          <a:p>
            <a:pPr>
              <a:defRPr sz="2200"/>
            </a:pPr>
            <a:r>
              <a:t>Meal Tracker</a:t>
            </a:r>
          </a:p>
          <a:p>
            <a:pPr>
              <a:defRPr sz="2200"/>
            </a:pPr>
            <a:r>
              <a:t>Water Tracker</a:t>
            </a:r>
          </a:p>
          <a:p>
            <a:pPr>
              <a:defRPr sz="2200"/>
            </a:pPr>
            <a:r>
              <a:t>BMI Calculator</a:t>
            </a:r>
          </a:p>
          <a:p>
            <a:pPr>
              <a:defRPr sz="2200"/>
            </a:pPr>
            <a:r>
              <a:t>Goals</a:t>
            </a:r>
          </a:p>
          <a:p>
            <a:pPr>
              <a:defRPr sz="2200"/>
            </a:pPr>
            <a:r>
              <a:t>Profile</a:t>
            </a:r>
          </a:p>
          <a:p>
            <a:pPr>
              <a:defRPr sz="2200"/>
            </a:pPr>
            <a:r>
              <a:t>Recipes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150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Test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✔ Login &amp; Register</a:t>
            </a:r>
          </a:p>
          <a:p>
            <a:pPr>
              <a:defRPr sz="2200"/>
            </a:pPr>
            <a:r>
              <a:t>✔ CRUD Operations</a:t>
            </a:r>
          </a:p>
          <a:p>
            <a:pPr>
              <a:defRPr sz="2200"/>
            </a:pPr>
            <a:r>
              <a:t>✔ Frontend-Backend Integration</a:t>
            </a:r>
          </a:p>
          <a:p>
            <a:pPr>
              <a:defRPr sz="2200"/>
            </a:pPr>
            <a:r>
              <a:t>✔ MongoDB Storage</a:t>
            </a:r>
          </a:p>
          <a:p>
            <a:pPr>
              <a:defRPr sz="2200"/>
            </a:pPr>
            <a:r>
              <a:t>✔ Responsive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5199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200" dirty="0"/>
              <a:t>Output</a:t>
            </a:r>
            <a:r>
              <a:rPr lang="en-IN" sz="3200" dirty="0"/>
              <a:t>:</a:t>
            </a:r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2688621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rPr sz="2800" dirty="0"/>
              <a:t>Add screenshots:</a:t>
            </a:r>
          </a:p>
          <a:p>
            <a:pPr>
              <a:defRPr sz="2200"/>
            </a:pPr>
            <a:r>
              <a:rPr dirty="0"/>
              <a:t>• Login Page</a:t>
            </a:r>
          </a:p>
          <a:p>
            <a:pPr>
              <a:defRPr sz="2200"/>
            </a:pPr>
            <a:r>
              <a:rPr dirty="0"/>
              <a:t>• Dashboard</a:t>
            </a:r>
          </a:p>
          <a:p>
            <a:pPr>
              <a:defRPr sz="2200"/>
            </a:pPr>
            <a:r>
              <a:rPr dirty="0"/>
              <a:t>• Meal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2862" y="2993923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120" y="2993923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04382" y="3288793"/>
            <a:ext cx="2743200" cy="182880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24F122-9873-0404-0DBC-06D7F11AB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37" y="2644877"/>
            <a:ext cx="3672123" cy="3116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3F92DC-1D10-A7D9-2BA4-30FB6F6AC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342" y="2644877"/>
            <a:ext cx="3672123" cy="31166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B3F472-4E64-8DA2-4E9F-E3E3FA1D2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447" y="2644878"/>
            <a:ext cx="3672123" cy="311663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42858"/>
            <a:ext cx="13532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Output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41705" y="791498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Add screenshots:</a:t>
            </a:r>
          </a:p>
          <a:p>
            <a:pPr>
              <a:defRPr sz="2200"/>
            </a:pPr>
            <a:r>
              <a:t>• Water Tracker</a:t>
            </a:r>
          </a:p>
          <a:p>
            <a:pPr>
              <a:defRPr sz="2200"/>
            </a:pPr>
            <a:r>
              <a:t>• BMI Calculator</a:t>
            </a:r>
          </a:p>
          <a:p>
            <a:pPr>
              <a:defRPr sz="2200"/>
            </a:pPr>
            <a:r>
              <a:t>•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175820"/>
            <a:ext cx="2743200" cy="264487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324985" y="2772696"/>
            <a:ext cx="2743200" cy="157070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04614" y="2964426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3FCF3E-FB19-268E-B2E0-790AEADA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72696"/>
            <a:ext cx="3456039" cy="340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0F768D-937F-7184-1B21-3C899E797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985" y="2772696"/>
            <a:ext cx="3538855" cy="3401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761A55-78A9-D92B-C9F8-E775CB5E8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322" y="2772696"/>
            <a:ext cx="3533303" cy="34019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22765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3600" dirty="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593554" cy="18774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endParaRPr lang="en-IN" dirty="0"/>
          </a:p>
          <a:p>
            <a:pPr>
              <a:defRPr sz="2200"/>
            </a:pPr>
            <a:r>
              <a:rPr dirty="0"/>
              <a:t>• Successfully developed a Nutrition Assistant using MERN Stack.</a:t>
            </a:r>
          </a:p>
          <a:p>
            <a:pPr>
              <a:defRPr sz="2200"/>
            </a:pPr>
            <a:r>
              <a:rPr dirty="0"/>
              <a:t>• Helps users maintain healthy habits.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sz="2800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272</Words>
  <Application>Microsoft Office PowerPoint</Application>
  <PresentationFormat>Custom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Bindhu konkey</cp:lastModifiedBy>
  <cp:revision>2</cp:revision>
  <dcterms:created xsi:type="dcterms:W3CDTF">2013-01-27T09:14:16Z</dcterms:created>
  <dcterms:modified xsi:type="dcterms:W3CDTF">2026-07-19T16:02:43Z</dcterms:modified>
  <cp:category/>
</cp:coreProperties>
</file>